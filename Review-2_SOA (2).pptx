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2" r:id="rId2"/>
    <p:sldId id="257" r:id="rId3"/>
    <p:sldId id="903" r:id="rId4"/>
    <p:sldId id="908" r:id="rId5"/>
    <p:sldId id="909" r:id="rId6"/>
    <p:sldId id="910" r:id="rId7"/>
    <p:sldId id="914" r:id="rId8"/>
    <p:sldId id="90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9044B-B5AF-477C-950C-4ED51263438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6383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75C4E-0CAB-3B6B-60B9-63C6663D6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376772-9FFD-E278-D6F7-3C69566D3C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080577-DFB3-C854-F508-1AB8F45AD3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B5A183-567D-9A33-C6E3-FE7AB5CDE3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9044B-B5AF-477C-950C-4ED51263438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3412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20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October, 2026 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6474551"/>
              </p:ext>
            </p:extLst>
          </p:nvPr>
        </p:nvGraphicFramePr>
        <p:xfrm>
          <a:off x="8269688" y="4882055"/>
          <a:ext cx="3587063" cy="1036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87063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Masuma Fathema – 2420030400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Avinash </a:t>
                      </a:r>
                      <a:r>
                        <a:rPr lang="en-IN" sz="16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Yarukala</a:t>
                      </a:r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– 2420030568</a:t>
                      </a:r>
                    </a:p>
                    <a:p>
                      <a:pPr marL="0" algn="l" defTabSz="914400" rtl="0" eaLnBrk="1" latinLnBrk="0" hangingPunct="1"/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3305997"/>
              </p:ext>
            </p:extLst>
          </p:nvPr>
        </p:nvGraphicFramePr>
        <p:xfrm>
          <a:off x="-795813" y="4774125"/>
          <a:ext cx="5902325" cy="13321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Mrs. E. Uma Shankari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Review-2</a:t>
            </a:r>
          </a:p>
          <a:p>
            <a:endParaRPr lang="en-IN" b="1" dirty="0"/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988393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800" b="1" dirty="0">
                <a:solidFill>
                  <a:schemeClr val="bg1"/>
                </a:solidFill>
              </a:rPr>
              <a:t>AUCTION MANAGEMENT PLATFORM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Review-2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F3C74DC-11A7-9479-F95D-AAD3D935CABB}"/>
              </a:ext>
            </a:extLst>
          </p:cNvPr>
          <p:cNvSpPr txBox="1"/>
          <p:nvPr/>
        </p:nvSpPr>
        <p:spPr>
          <a:xfrm>
            <a:off x="998350" y="2020024"/>
            <a:ext cx="9622762" cy="28179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Traditional auctions are limited by </a:t>
            </a:r>
            <a:r>
              <a:rPr lang="en-IN" sz="2000" b="1" dirty="0"/>
              <a:t>geographical constraints</a:t>
            </a:r>
            <a:r>
              <a:rPr lang="en-IN" sz="2000" dirty="0"/>
              <a:t>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Lack of transparency can lead to </a:t>
            </a:r>
            <a:r>
              <a:rPr lang="en-IN" sz="2000" b="1" dirty="0"/>
              <a:t>bidding disputes</a:t>
            </a:r>
            <a:r>
              <a:rPr lang="en-IN" sz="2000" dirty="0"/>
              <a:t>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Manual coordination between sellers and bidders is inefficient.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Real-time bid tracking and payment settlement can be delayed.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There is a need for a </a:t>
            </a:r>
            <a:r>
              <a:rPr lang="en-IN" sz="2000" b="1" dirty="0"/>
              <a:t>secure, centralized and transparent online auction system</a:t>
            </a:r>
            <a:r>
              <a:rPr lang="en-IN" sz="2000" dirty="0"/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08AD691-4D3C-67A3-9424-62CAE77074C0}"/>
              </a:ext>
            </a:extLst>
          </p:cNvPr>
          <p:cNvSpPr txBox="1"/>
          <p:nvPr/>
        </p:nvSpPr>
        <p:spPr>
          <a:xfrm>
            <a:off x="1081547" y="1487324"/>
            <a:ext cx="8809703" cy="3741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Develop a full-stack web-based auction platform.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Allow sellers to list items and schedule auctions.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Enable bidders to participate in real-time competitive bidding.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Implement a Bidding Engine with minimum bid-increment validation.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Support automated/proxy bidding.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Implement role-based access for buyers, sellers and administrators.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Automate payment, invoice generation and notifications.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Provide an admin dashboard for monitoring and reports.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F77EC-1F95-475E-1901-937B5C987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7CA5E96-80DE-E5B4-896C-85B1D23C5B58}"/>
              </a:ext>
            </a:extLst>
          </p:cNvPr>
          <p:cNvSpPr txBox="1"/>
          <p:nvPr/>
        </p:nvSpPr>
        <p:spPr>
          <a:xfrm>
            <a:off x="2379405" y="482232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SYSTEM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BF89A1-C0F9-396E-70C2-A437EF206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409F030-AF73-783A-A111-C9312E9595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14168"/>
            <a:ext cx="12134348" cy="4729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118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E7D7A-B5F3-18CF-1B5D-E405973EC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0B7E7B6-2673-8939-AFB6-518499A1A980}"/>
              </a:ext>
            </a:extLst>
          </p:cNvPr>
          <p:cNvSpPr txBox="1"/>
          <p:nvPr/>
        </p:nvSpPr>
        <p:spPr>
          <a:xfrm>
            <a:off x="2478993" y="46256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DATABASE DESIGN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149C7A-D3C4-FA49-4A0B-ACCD0E402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B606F6-62B4-3051-CAC4-62CF90A1B0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458"/>
          <a:stretch>
            <a:fillRect/>
          </a:stretch>
        </p:blipFill>
        <p:spPr>
          <a:xfrm>
            <a:off x="1309567" y="1438271"/>
            <a:ext cx="9334362" cy="5124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164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A7B7B-38D0-AB3D-3832-81DA3D638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5334C0C-FC3F-B993-8D94-D94F7CD62CBB}"/>
              </a:ext>
            </a:extLst>
          </p:cNvPr>
          <p:cNvSpPr txBox="1"/>
          <p:nvPr/>
        </p:nvSpPr>
        <p:spPr>
          <a:xfrm>
            <a:off x="2379406" y="373386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METHODOLOGY ADOPTED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0EED38-A6B2-4185-3EDB-285619E282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38E1F1-2259-9714-3974-8BA9E3373EB5}"/>
              </a:ext>
            </a:extLst>
          </p:cNvPr>
          <p:cNvSpPr txBox="1"/>
          <p:nvPr/>
        </p:nvSpPr>
        <p:spPr>
          <a:xfrm>
            <a:off x="580103" y="1083614"/>
            <a:ext cx="5319252" cy="5587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i="1" dirty="0"/>
              <a:t>Development Methodology: Agile Approach</a:t>
            </a:r>
          </a:p>
          <a:p>
            <a:pPr>
              <a:lnSpc>
                <a:spcPct val="150000"/>
              </a:lnSpc>
              <a:buNone/>
            </a:pPr>
            <a:r>
              <a:rPr lang="en-IN" sz="2000" i="1" u="sng" dirty="0"/>
              <a:t>Development Phases: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/>
              <a:t>Requirement Analysis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/>
              <a:t>System Design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/>
              <a:t>Database Design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/>
              <a:t>User Management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/>
              <a:t>Item &amp; Auction Management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/>
              <a:t>Bidding Engine Development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/>
              <a:t>Payment &amp; Notification Integration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/>
              <a:t>Module Integration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/>
              <a:t>Testing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/>
              <a:t>Deployment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734FC0-60D3-8295-5E82-961B0626FE8E}"/>
              </a:ext>
            </a:extLst>
          </p:cNvPr>
          <p:cNvSpPr txBox="1"/>
          <p:nvPr/>
        </p:nvSpPr>
        <p:spPr>
          <a:xfrm>
            <a:off x="6626941" y="1681316"/>
            <a:ext cx="4709652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i="1" u="sng" dirty="0"/>
              <a:t>Approach: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Develop the system module by module.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Test individual modules.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Integrate modules progressively.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Perform system-level testing before deployment.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0341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0EFC5-EA29-6F8D-77CE-03F6E233B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9EA8D66-ACB7-0869-4B20-C51307D1255B}"/>
              </a:ext>
            </a:extLst>
          </p:cNvPr>
          <p:cNvSpPr txBox="1"/>
          <p:nvPr/>
        </p:nvSpPr>
        <p:spPr>
          <a:xfrm>
            <a:off x="560440" y="399412"/>
            <a:ext cx="1131692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/>
              <a:t>TECHNICAL SOUNDNESS</a:t>
            </a:r>
            <a:endParaRPr lang="en-US" sz="4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345B25-E941-622F-CBBA-B8FEB06DA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296AD85-FB7C-BD10-1130-F81ED933545E}"/>
              </a:ext>
            </a:extLst>
          </p:cNvPr>
          <p:cNvSpPr txBox="1"/>
          <p:nvPr/>
        </p:nvSpPr>
        <p:spPr>
          <a:xfrm>
            <a:off x="830076" y="1506710"/>
            <a:ext cx="567887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/>
              <a:t>Frontend Technologies</a:t>
            </a:r>
          </a:p>
          <a:p>
            <a:pPr lvl="0"/>
            <a:r>
              <a:rPr lang="en-IN" sz="2000" b="1" dirty="0"/>
              <a:t>React.js</a:t>
            </a:r>
            <a:r>
              <a:rPr lang="en-IN" sz="2000" dirty="0"/>
              <a:t> – User interface development </a:t>
            </a:r>
          </a:p>
          <a:p>
            <a:pPr lvl="0"/>
            <a:r>
              <a:rPr lang="en-IN" sz="2000" b="1" dirty="0"/>
              <a:t>HTML5 &amp; CSS3</a:t>
            </a:r>
            <a:r>
              <a:rPr lang="en-IN" sz="2000" dirty="0"/>
              <a:t> – Page structure and styling </a:t>
            </a:r>
          </a:p>
          <a:p>
            <a:pPr lvl="0"/>
            <a:r>
              <a:rPr lang="en-IN" sz="2000" b="1" dirty="0"/>
              <a:t>JavaScript</a:t>
            </a:r>
            <a:r>
              <a:rPr lang="en-IN" sz="2000" dirty="0"/>
              <a:t> – Client-side functionality </a:t>
            </a:r>
          </a:p>
          <a:p>
            <a:pPr lvl="0"/>
            <a:r>
              <a:rPr lang="en-IN" sz="2000" b="1" dirty="0"/>
              <a:t>Axios</a:t>
            </a:r>
            <a:r>
              <a:rPr lang="en-IN" sz="2000" dirty="0"/>
              <a:t> – Communication with backend APIs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D6F805-8FF9-29C6-CACD-BCBDD467F719}"/>
              </a:ext>
            </a:extLst>
          </p:cNvPr>
          <p:cNvSpPr txBox="1"/>
          <p:nvPr/>
        </p:nvSpPr>
        <p:spPr>
          <a:xfrm>
            <a:off x="830076" y="3720075"/>
            <a:ext cx="506927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u="sng" dirty="0"/>
              <a:t>Backend Technologies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Spring Boot</a:t>
            </a:r>
            <a:r>
              <a:rPr lang="en-IN" sz="2000" dirty="0"/>
              <a:t> – Backend application development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REST APIs</a:t>
            </a:r>
            <a:r>
              <a:rPr lang="en-IN" sz="2000" dirty="0"/>
              <a:t> – Frontend–backend communication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Spring Security</a:t>
            </a:r>
            <a:r>
              <a:rPr lang="en-IN" sz="2000" dirty="0"/>
              <a:t> – Authentication and role-based authorization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WebSocket</a:t>
            </a:r>
            <a:r>
              <a:rPr lang="en-IN" sz="2000" dirty="0"/>
              <a:t> – Real-time bidding communication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4F6F30-1533-9B28-9C28-9AAD9BFBAE29}"/>
              </a:ext>
            </a:extLst>
          </p:cNvPr>
          <p:cNvSpPr txBox="1"/>
          <p:nvPr/>
        </p:nvSpPr>
        <p:spPr>
          <a:xfrm>
            <a:off x="6292647" y="1506710"/>
            <a:ext cx="5678879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u="sng" dirty="0"/>
              <a:t>Database Technologies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MySQL</a:t>
            </a:r>
            <a:r>
              <a:rPr lang="en-IN" sz="2000" dirty="0"/>
              <a:t> – Relational database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Stores: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User details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Item information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Auction details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Bids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Payment/transaction records</a:t>
            </a:r>
          </a:p>
          <a:p>
            <a:pPr lvl="1"/>
            <a:r>
              <a:rPr lang="en-IN" sz="20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>
              <a:buNone/>
            </a:pPr>
            <a:r>
              <a:rPr lang="en-IN" sz="2000" b="1" u="sng" dirty="0"/>
              <a:t>Other Technologies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JWT</a:t>
            </a:r>
            <a:r>
              <a:rPr lang="en-IN" sz="2000" dirty="0"/>
              <a:t> – Secure user authentication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Git &amp; GitHub</a:t>
            </a:r>
            <a:r>
              <a:rPr lang="en-IN" sz="2000" dirty="0"/>
              <a:t> – Version control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Payment Gateway API</a:t>
            </a:r>
            <a:r>
              <a:rPr lang="en-IN" sz="2000" dirty="0"/>
              <a:t> – Online payment processing</a:t>
            </a:r>
          </a:p>
        </p:txBody>
      </p:sp>
    </p:spTree>
    <p:extLst>
      <p:ext uri="{BB962C8B-B14F-4D97-AF65-F5344CB8AC3E}">
        <p14:creationId xmlns:p14="http://schemas.microsoft.com/office/powerpoint/2010/main" val="3435264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78359-49F9-E3CA-1CBD-2B2BD9E25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1744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38235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327</Words>
  <Application>Microsoft Office PowerPoint</Application>
  <PresentationFormat>Widescreen</PresentationFormat>
  <Paragraphs>79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Masuma Fathema</cp:lastModifiedBy>
  <cp:revision>38</cp:revision>
  <dcterms:created xsi:type="dcterms:W3CDTF">2026-08-08T06:33:56Z</dcterms:created>
  <dcterms:modified xsi:type="dcterms:W3CDTF">2026-10-01T09:21:11Z</dcterms:modified>
</cp:coreProperties>
</file>